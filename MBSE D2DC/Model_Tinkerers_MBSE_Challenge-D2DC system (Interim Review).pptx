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6" r:id="rId10"/>
    <p:sldId id="265" r:id="rId11"/>
    <p:sldId id="267" r:id="rId12"/>
    <p:sldId id="268" r:id="rId13"/>
    <p:sldId id="26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7" autoAdjust="0"/>
    <p:restoredTop sz="94660"/>
  </p:normalViewPr>
  <p:slideViewPr>
    <p:cSldViewPr snapToGrid="0">
      <p:cViewPr varScale="1">
        <p:scale>
          <a:sx n="44" d="100"/>
          <a:sy n="44" d="100"/>
        </p:scale>
        <p:origin x="86" y="7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3DB1F-F061-E6AC-6E2F-5E14CFB6C7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6E8D82-61B8-E4A3-7B9E-519C1CACDC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B88472-3169-153A-BF27-050F26534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CD42B-CE87-439E-813C-19A081A9A033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6B1AF6-4AC8-DECB-3EAF-564D0BB11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2601E4-059F-07FB-D87C-27D8A58E6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AE12F-A94E-4AEF-B087-CA46AE3E4E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75154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43C1F-D8DA-FF63-F41A-2CF8D8B9D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4B001D-276A-A88C-2812-EC48772F8D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5314BA-9949-1495-7D01-826EE094C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CD42B-CE87-439E-813C-19A081A9A033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998BDD-584B-77DB-C4CE-FCC7FDE08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30544-0359-0DEC-4C79-17D26A8F5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AE12F-A94E-4AEF-B087-CA46AE3E4E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4797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DBA46-A470-8267-7077-471C1CDA8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D4428B-8734-AF73-EF92-59171B8756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FECEB8-87B9-3B66-40E5-7E09AF80C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CD42B-CE87-439E-813C-19A081A9A033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7C78F9-B4DE-C50C-8E56-D70A0A1A4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D30319-5718-2806-D928-E7F455958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AE12F-A94E-4AEF-B087-CA46AE3E4E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5081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4C847-B15C-D553-8E81-FC4A21C20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BFDE06-0983-C116-C84F-B07A3260F5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683C0C-2C64-59A0-A16B-0B47110D68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DED4AC-2542-D654-0B2D-E3B80DC7F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CD42B-CE87-439E-813C-19A081A9A033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03DA3B-5BF2-8EDF-BCAE-DBB17120D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4E1731-055C-2EBC-6B03-9F72992A8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AE12F-A94E-4AEF-B087-CA46AE3E4E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37350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1ED35-19F1-DD55-B29A-FA7226686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7F3BEC-559D-172E-2A44-317AD3BF78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0EAF45-BAB0-4322-F417-86D59B98C2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AD0742-DE5C-6928-E969-E5607B6D60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B8F54D-834C-D71D-7E04-9F2F1383AA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47B53C-44D1-CD6A-DBD8-CEED9A7E4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CD42B-CE87-439E-813C-19A081A9A033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0391F3-6339-E39C-4D54-D91C06C5E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A187FE-3385-626F-63AF-0B9DE6A3B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AE12F-A94E-4AEF-B087-CA46AE3E4E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653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59442-6B34-3C9F-2254-FAC780AE8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B32D5A-5E77-C334-7D3E-5D214ECEE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CD42B-CE87-439E-813C-19A081A9A033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34101E-4681-29B7-72B3-0FB4A1A55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951D20-DFBE-45B8-6879-929D2230C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AE12F-A94E-4AEF-B087-CA46AE3E4E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2301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F41B2C-C1DB-1198-F1D2-135722ADC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CD42B-CE87-439E-813C-19A081A9A033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802B1B-1659-04FF-6ED8-A2232A858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180E62-F0EC-F7F1-8CDA-A21FCF777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AE12F-A94E-4AEF-B087-CA46AE3E4E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9877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90B1A-F387-871D-10AF-0829337BB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D6F80D-802A-29A5-F602-1C353AD4C0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8FCB92-C971-09FA-304D-1D88E2E24A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816636-0A94-8152-E85D-FA4D79FC0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CD42B-CE87-439E-813C-19A081A9A033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F0359D-1F6E-B99D-278A-49E257FD0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A596F9-2143-308B-2BF0-B74C84769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AE12F-A94E-4AEF-B087-CA46AE3E4E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9632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86B1F-442A-F45E-A87A-EF79240F0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21ED82-5BF5-CD67-26C0-8DB7DFD033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FD5462-2F24-D423-3EB1-C8771769E1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4E8E21-DCB9-BAB9-64BD-0227AA97D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CD42B-CE87-439E-813C-19A081A9A033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986865-C566-7CA1-C59C-7EE7F2BC1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81A0E7-7AF8-2D6D-FE98-53EEE86F4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AE12F-A94E-4AEF-B087-CA46AE3E4E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81620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0D1BD-C03E-51F1-8E18-58380AC1E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EE04C0-341F-A8B6-5894-8941FEFB38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6A0F00-A6C3-319B-74EA-E7C59C882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CD42B-CE87-439E-813C-19A081A9A033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CDF929-8F17-A7A5-3A68-3C7A22A8E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DF943B-5C82-2967-33F5-E542A7AEA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AE12F-A94E-4AEF-B087-CA46AE3E4E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819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DF801F-24B8-D487-90CC-2A54C6F951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8E3B95-2A7A-D76F-DC0B-30D84EF054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ADB666-4B7C-864A-A5A7-3F4D20D98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CD42B-CE87-439E-813C-19A081A9A033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B548CB-202D-6A1B-F934-8791938D2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5DC3A8-B224-E1D2-59E4-62582BA7F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AE12F-A94E-4AEF-B087-CA46AE3E4E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7345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A50D4B-4DC1-BE1F-480F-64616827D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14CC4B-2556-305A-F1E8-CCCC13E4F1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3075DE-8F16-3030-0A58-4FE024E53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9CD42B-CE87-439E-813C-19A081A9A033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CAF0C-9503-4844-9CF3-AF811D6614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8451BD-78CF-CB19-9046-A74B2E4C9D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EAE12F-A94E-4AEF-B087-CA46AE3E4E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6091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d.karukkuvelraj@gmail.co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karukkuvelaero/MBSE-D2DC-Challenge.git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62E23-7C85-5982-CBCA-D378632FE2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11500" dirty="0"/>
              <a:t>D2DC System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89A18D-6406-BC8B-C2A9-BC17D32D4B6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r"/>
            <a:r>
              <a:rPr lang="en-IN" dirty="0"/>
              <a:t>					by</a:t>
            </a:r>
          </a:p>
          <a:p>
            <a:pPr algn="r"/>
            <a:r>
              <a:rPr lang="en-IN" b="1" dirty="0"/>
              <a:t>Model Tinkerers</a:t>
            </a:r>
            <a:br>
              <a:rPr lang="en-IN" dirty="0"/>
            </a:br>
            <a:r>
              <a:rPr lang="en-IN" dirty="0"/>
              <a:t>Karukkuvel Raj D (</a:t>
            </a:r>
            <a:r>
              <a:rPr lang="en-IN" dirty="0">
                <a:hlinkClick r:id="rId2"/>
              </a:rPr>
              <a:t>d.karukkuvelraj@gmail.com</a:t>
            </a:r>
            <a:r>
              <a:rPr lang="en-IN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73543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D4667-103F-B3E3-5D5D-4291B3C47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[OCB] Operations Capabilities Blank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B5907A-5043-2A9A-2029-E1DDB8A4E0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174C29-9E55-F0E7-6FBF-4C161999882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057" y="1825626"/>
            <a:ext cx="7187885" cy="4351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8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808FD-EA3B-1D55-1993-E22826DE3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Operational Architecture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147FB6A-B3BA-69CC-FDC7-4D345B524F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9946" y="1825625"/>
            <a:ext cx="665210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1126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CB08F-D232-1F1E-CE17-6F249BC54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Architecture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82D67356-23A8-18B9-65EE-B6DDDB2312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63353"/>
            <a:ext cx="10515600" cy="4275881"/>
          </a:xfrm>
        </p:spPr>
      </p:pic>
    </p:spTree>
    <p:extLst>
      <p:ext uri="{BB962C8B-B14F-4D97-AF65-F5344CB8AC3E}">
        <p14:creationId xmlns:p14="http://schemas.microsoft.com/office/powerpoint/2010/main" val="14714898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18CFF-4C6B-7EF2-CD7D-8856F526B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[SFCD] Information Query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DDB2837-B486-7600-600E-E3166612DC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72124"/>
            <a:ext cx="10515600" cy="4058340"/>
          </a:xfrm>
        </p:spPr>
      </p:pic>
    </p:spTree>
    <p:extLst>
      <p:ext uri="{BB962C8B-B14F-4D97-AF65-F5344CB8AC3E}">
        <p14:creationId xmlns:p14="http://schemas.microsoft.com/office/powerpoint/2010/main" val="2860446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EFEC9-C86E-B444-2E60-B6D627810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[SFCD] </a:t>
            </a:r>
            <a:r>
              <a:rPr lang="en-IN" dirty="0" err="1"/>
              <a:t>Maneuver</a:t>
            </a:r>
            <a:r>
              <a:rPr lang="en-IN" dirty="0"/>
              <a:t> Notification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ACAB150-1D77-585E-C2F3-11F9148C26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376883"/>
            <a:ext cx="10515600" cy="3248822"/>
          </a:xfrm>
        </p:spPr>
      </p:pic>
    </p:spTree>
    <p:extLst>
      <p:ext uri="{BB962C8B-B14F-4D97-AF65-F5344CB8AC3E}">
        <p14:creationId xmlns:p14="http://schemas.microsoft.com/office/powerpoint/2010/main" val="27452436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C2AD9-FE0D-69AD-2FDD-64ECAC605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[SFCD] Negotiate On-Road Situations in Real time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A87847C-7E07-BC13-FFED-F06285E7E3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420230"/>
            <a:ext cx="10515600" cy="3162127"/>
          </a:xfrm>
        </p:spPr>
      </p:pic>
    </p:spTree>
    <p:extLst>
      <p:ext uri="{BB962C8B-B14F-4D97-AF65-F5344CB8AC3E}">
        <p14:creationId xmlns:p14="http://schemas.microsoft.com/office/powerpoint/2010/main" val="7232163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2BE3C-A329-89E3-9435-67F9DCBCC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Logical Architecture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50A59F9-6403-AF52-0B65-CBF5BFEFB8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5662" y="1825625"/>
            <a:ext cx="7737229" cy="4351338"/>
          </a:xfrm>
        </p:spPr>
      </p:pic>
    </p:spTree>
    <p:extLst>
      <p:ext uri="{BB962C8B-B14F-4D97-AF65-F5344CB8AC3E}">
        <p14:creationId xmlns:p14="http://schemas.microsoft.com/office/powerpoint/2010/main" val="33879080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B41D2-9A95-D491-521B-4F80FEC66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[LFCD] Information Query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9E7F595-5BE8-F9A0-DD3A-70A515D03B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3172" y="1825625"/>
            <a:ext cx="5665655" cy="4351338"/>
          </a:xfrm>
        </p:spPr>
      </p:pic>
    </p:spTree>
    <p:extLst>
      <p:ext uri="{BB962C8B-B14F-4D97-AF65-F5344CB8AC3E}">
        <p14:creationId xmlns:p14="http://schemas.microsoft.com/office/powerpoint/2010/main" val="32611800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6A3CF-BB7B-9FEA-1A3F-7C2E862D8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[LFCD] </a:t>
            </a:r>
            <a:r>
              <a:rPr lang="en-IN" dirty="0" err="1"/>
              <a:t>Maneuver</a:t>
            </a:r>
            <a:r>
              <a:rPr lang="en-IN" dirty="0"/>
              <a:t> Notification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59FD7BE-2FEE-06E4-71EA-2C299BABDC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77279"/>
            <a:ext cx="10515600" cy="4048029"/>
          </a:xfrm>
        </p:spPr>
      </p:pic>
    </p:spTree>
    <p:extLst>
      <p:ext uri="{BB962C8B-B14F-4D97-AF65-F5344CB8AC3E}">
        <p14:creationId xmlns:p14="http://schemas.microsoft.com/office/powerpoint/2010/main" val="21827604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8A157-C9AD-1F1D-F825-9B5BB6633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ECEA0-BED7-428F-29A5-20D7E0EFA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[LFCD] Negotiate On-Road Situation in Realtime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57F3AAB-6DF8-0BEF-12BF-AB8D04E905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466290"/>
            <a:ext cx="10515600" cy="3070007"/>
          </a:xfrm>
        </p:spPr>
      </p:pic>
    </p:spTree>
    <p:extLst>
      <p:ext uri="{BB962C8B-B14F-4D97-AF65-F5344CB8AC3E}">
        <p14:creationId xmlns:p14="http://schemas.microsoft.com/office/powerpoint/2010/main" val="36697122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F5A87-61B3-313F-38D7-6F85ACF9E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F5054-7DA9-38DF-A963-A7AFB72BB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Physical Architecture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220E071-1743-FA6B-D544-875EC62558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47717"/>
            <a:ext cx="10515600" cy="4307153"/>
          </a:xfrm>
        </p:spPr>
      </p:pic>
    </p:spTree>
    <p:extLst>
      <p:ext uri="{BB962C8B-B14F-4D97-AF65-F5344CB8AC3E}">
        <p14:creationId xmlns:p14="http://schemas.microsoft.com/office/powerpoint/2010/main" val="18546078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9EDF2-592C-ED54-87C0-FD39FD7E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031" y="0"/>
            <a:ext cx="10515600" cy="2852737"/>
          </a:xfrm>
        </p:spPr>
        <p:txBody>
          <a:bodyPr>
            <a:normAutofit/>
          </a:bodyPr>
          <a:lstStyle/>
          <a:p>
            <a:pPr algn="ctr"/>
            <a:r>
              <a:rPr lang="en-IN" sz="11500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0B67DA-8310-FEC7-6719-697E821650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Note: Models are hosted on </a:t>
            </a:r>
            <a:r>
              <a:rPr lang="en-IN" dirty="0" err="1"/>
              <a:t>Github</a:t>
            </a:r>
            <a:r>
              <a:rPr lang="en-IN" dirty="0"/>
              <a:t>: </a:t>
            </a:r>
            <a:r>
              <a:rPr lang="en-IN" dirty="0">
                <a:hlinkClick r:id="rId2"/>
              </a:rPr>
              <a:t>https://github.com/karukkuvelaero/MBSE-D2DC-Challenge.git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735668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95</Words>
  <Application>Microsoft Office PowerPoint</Application>
  <PresentationFormat>Widescreen</PresentationFormat>
  <Paragraphs>16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D2DC System </vt:lpstr>
      <vt:lpstr>[OCB] Operations Capabilities Blank</vt:lpstr>
      <vt:lpstr>Operational Architecture</vt:lpstr>
      <vt:lpstr>System Architecture</vt:lpstr>
      <vt:lpstr>[SFCD] Information Query</vt:lpstr>
      <vt:lpstr>[SFCD] Maneuver Notification</vt:lpstr>
      <vt:lpstr>[SFCD] Negotiate On-Road Situations in Real time</vt:lpstr>
      <vt:lpstr>Logical Architecture</vt:lpstr>
      <vt:lpstr>[LFCD] Information Query</vt:lpstr>
      <vt:lpstr>[LFCD] Maneuver Notification</vt:lpstr>
      <vt:lpstr>[LFCD] Negotiate On-Road Situation in Realtime</vt:lpstr>
      <vt:lpstr>Physical Architecture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karukkuvel Raj Deivasundaram</dc:creator>
  <cp:lastModifiedBy>Karukkuvelraj D</cp:lastModifiedBy>
  <cp:revision>4</cp:revision>
  <dcterms:created xsi:type="dcterms:W3CDTF">2025-09-14T08:44:59Z</dcterms:created>
  <dcterms:modified xsi:type="dcterms:W3CDTF">2026-02-07T09:34:54Z</dcterms:modified>
</cp:coreProperties>
</file>